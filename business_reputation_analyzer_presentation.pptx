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502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46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735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284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143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24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534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685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684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16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9845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5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3535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865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1139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747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131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4" r:id="rId13"/>
    <p:sldLayoutId id="2147483795" r:id="rId14"/>
    <p:sldLayoutId id="2147483796" r:id="rId15"/>
    <p:sldLayoutId id="214748379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99"/>
                </a:solidFill>
              </a:defRPr>
            </a:pPr>
            <a:r>
              <a:t>Business Reputation &amp; Insights Analyzer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Using Google Maps Reviews + LLMs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Presented by: Priyanka</a:t>
            </a:r>
          </a:p>
          <a:p>
            <a:pPr>
              <a:defRPr sz="2000"/>
            </a:pPr>
            <a:r>
              <a:t>Domain: Data Science /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99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Online reviews influence customer decisions</a:t>
            </a:r>
          </a:p>
          <a:p>
            <a:pPr>
              <a:defRPr sz="2000"/>
            </a:pPr>
            <a:r>
              <a:t>• Businesses receive thousands of Google Maps reviews</a:t>
            </a:r>
          </a:p>
          <a:p>
            <a:pPr>
              <a:defRPr sz="2000"/>
            </a:pPr>
            <a:r>
              <a:t>• Manual analysis is difficult</a:t>
            </a:r>
          </a:p>
          <a:p>
            <a:pPr>
              <a:defRPr sz="2000"/>
            </a:pPr>
            <a:r>
              <a:t>• AI &amp; LLMs help analyze feedback automatically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99"/>
                </a:solidFill>
              </a:defRPr>
            </a:pPr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Hard to understand large volumes of reviews</a:t>
            </a:r>
          </a:p>
          <a:p>
            <a:pPr>
              <a:defRPr sz="2000"/>
            </a:pPr>
            <a:r>
              <a:t>• Difficult to identify customer sentiment</a:t>
            </a:r>
          </a:p>
          <a:p>
            <a:pPr>
              <a:defRPr sz="2000"/>
            </a:pPr>
            <a:r>
              <a:t>• Businesses miss important insights</a:t>
            </a:r>
          </a:p>
          <a:p>
            <a:pPr>
              <a:defRPr sz="2000"/>
            </a:pPr>
            <a:r>
              <a:t>• Need automated review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99"/>
                </a:solidFill>
              </a:defRPr>
            </a:pPr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Analyze Google Maps reviews</a:t>
            </a:r>
          </a:p>
          <a:p>
            <a:pPr>
              <a:defRPr sz="2000"/>
            </a:pPr>
            <a:r>
              <a:t>• Identify positive, neutral, and negative sentiment</a:t>
            </a:r>
          </a:p>
          <a:p>
            <a:pPr>
              <a:defRPr sz="2000"/>
            </a:pPr>
            <a:r>
              <a:t>• Extract business insights</a:t>
            </a:r>
          </a:p>
          <a:p>
            <a:pPr>
              <a:defRPr sz="2000"/>
            </a:pPr>
            <a:r>
              <a:t>• Provide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99"/>
                </a:solidFill>
              </a:defRPr>
            </a:pPr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Monitor online reputation</a:t>
            </a:r>
          </a:p>
          <a:p>
            <a:pPr>
              <a:defRPr sz="2000"/>
            </a:pPr>
            <a:r>
              <a:t>• Improve service quality</a:t>
            </a:r>
          </a:p>
          <a:p>
            <a:pPr>
              <a:defRPr sz="2000"/>
            </a:pPr>
            <a:r>
              <a:t>• Identify customer complaints</a:t>
            </a:r>
          </a:p>
          <a:p>
            <a:pPr>
              <a:defRPr sz="2000"/>
            </a:pPr>
            <a:r>
              <a:t>• Support data‑driven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99"/>
                </a:solidFill>
              </a:defRPr>
            </a:pPr>
            <a:r>
              <a:t>Data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Google Maps Reviews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Data includes:</a:t>
            </a:r>
          </a:p>
          <a:p>
            <a:pPr>
              <a:defRPr sz="2000"/>
            </a:pPr>
            <a:r>
              <a:t>• Review text</a:t>
            </a:r>
          </a:p>
          <a:p>
            <a:pPr>
              <a:defRPr sz="2000"/>
            </a:pPr>
            <a:r>
              <a:t>• Ratings</a:t>
            </a:r>
          </a:p>
          <a:p>
            <a:pPr>
              <a:defRPr sz="2000"/>
            </a:pPr>
            <a:r>
              <a:t>• User information</a:t>
            </a:r>
          </a:p>
          <a:p>
            <a:pPr>
              <a:defRPr sz="2000"/>
            </a:pPr>
            <a:r>
              <a:t>• Review date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99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Python – Data processing</a:t>
            </a:r>
          </a:p>
          <a:p>
            <a:pPr>
              <a:defRPr sz="2000"/>
            </a:pPr>
            <a:r>
              <a:t>• Streamlit – Web dashboard</a:t>
            </a:r>
          </a:p>
          <a:p>
            <a:pPr>
              <a:defRPr sz="2000"/>
            </a:pPr>
            <a:r>
              <a:t>• LLM (Langflow / Datastax) – Text analysis</a:t>
            </a:r>
          </a:p>
          <a:p>
            <a:pPr>
              <a:defRPr sz="2000"/>
            </a:pPr>
            <a:r>
              <a:t>• Pandas – Data cleaning</a:t>
            </a:r>
          </a:p>
          <a:p>
            <a:pPr>
              <a:defRPr sz="2000"/>
            </a:pPr>
            <a:r>
              <a:t>• Matplotlib – Visualization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99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User Reviews → Data Collection → Data Cleaning →</a:t>
            </a:r>
          </a:p>
          <a:p>
            <a:pPr>
              <a:defRPr sz="2000"/>
            </a:pPr>
            <a:r>
              <a:t>LLM Analysis → Sentiment Detection →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99"/>
                </a:solidFill>
              </a:defRPr>
            </a:pPr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Remove missing values</a:t>
            </a:r>
          </a:p>
          <a:p>
            <a:pPr>
              <a:defRPr sz="2000"/>
            </a:pPr>
            <a:r>
              <a:t>• Text cleaning</a:t>
            </a:r>
          </a:p>
          <a:p>
            <a:pPr>
              <a:defRPr sz="2000"/>
            </a:pPr>
            <a:r>
              <a:t>• Convert to lowercase</a:t>
            </a:r>
          </a:p>
          <a:p>
            <a:pPr>
              <a:defRPr sz="2000"/>
            </a:pPr>
            <a:r>
              <a:t>• Remove special characters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99"/>
                </a:solidFill>
              </a:defRPr>
            </a:pPr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Reviews classified as:</a:t>
            </a:r>
          </a:p>
          <a:p>
            <a:pPr>
              <a:defRPr sz="2000"/>
            </a:pPr>
            <a:r>
              <a:t>• Positive</a:t>
            </a:r>
          </a:p>
          <a:p>
            <a:pPr>
              <a:defRPr sz="2000"/>
            </a:pPr>
            <a:r>
              <a:t>• Neutral</a:t>
            </a:r>
          </a:p>
          <a:p>
            <a:pPr>
              <a:defRPr sz="2000"/>
            </a:pPr>
            <a:r>
              <a:t>• Negative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99"/>
                </a:solidFill>
              </a:defRPr>
            </a:pPr>
            <a:r>
              <a:t>Insight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Identify common complaints</a:t>
            </a:r>
          </a:p>
          <a:p>
            <a:pPr>
              <a:defRPr sz="2000"/>
            </a:pPr>
            <a:r>
              <a:t>• Highlight positive feedback</a:t>
            </a:r>
          </a:p>
          <a:p>
            <a:pPr>
              <a:defRPr sz="2000"/>
            </a:pPr>
            <a:r>
              <a:t>• Detect service issues</a:t>
            </a:r>
          </a:p>
          <a:p>
            <a:pPr>
              <a:defRPr sz="2000"/>
            </a:pPr>
            <a:r>
              <a:t>• Generate summaries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99"/>
                </a:solidFill>
              </a:defRPr>
            </a:pPr>
            <a:r>
              <a:t>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Upload review dataset</a:t>
            </a:r>
          </a:p>
          <a:p>
            <a:pPr>
              <a:defRPr sz="2000"/>
            </a:pPr>
            <a:r>
              <a:t>• Sentiment analysis results</a:t>
            </a:r>
          </a:p>
          <a:p>
            <a:pPr>
              <a:defRPr sz="2000"/>
            </a:pPr>
            <a:r>
              <a:t>• Graphical visualization</a:t>
            </a:r>
          </a:p>
          <a:p>
            <a:pPr>
              <a:defRPr sz="2000"/>
            </a:pPr>
            <a:r>
              <a:t>• Review insights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99"/>
                </a:solidFill>
              </a:defRPr>
            </a:pPr>
            <a:r>
              <a:t>Example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65% Positive reviews</a:t>
            </a:r>
          </a:p>
          <a:p>
            <a:pPr>
              <a:defRPr sz="2000"/>
            </a:pPr>
            <a:r>
              <a:t>• 20% Neutral reviews</a:t>
            </a:r>
          </a:p>
          <a:p>
            <a:pPr>
              <a:defRPr sz="2000"/>
            </a:pPr>
            <a:r>
              <a:t>• 15% Negative reviews</a:t>
            </a:r>
          </a:p>
          <a:p>
            <a:pPr>
              <a:defRPr sz="2000"/>
            </a:pPr>
            <a:r>
              <a:t>Common issue: Slow service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99"/>
                </a:solidFill>
              </a:defRPr>
            </a:pPr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Automated review analysis</a:t>
            </a:r>
          </a:p>
          <a:p>
            <a:pPr>
              <a:defRPr sz="2000"/>
            </a:pPr>
            <a:r>
              <a:t>• Faster insight generation</a:t>
            </a:r>
          </a:p>
          <a:p>
            <a:pPr>
              <a:defRPr sz="2000"/>
            </a:pPr>
            <a:r>
              <a:t>• Easy visualization</a:t>
            </a:r>
          </a:p>
          <a:p>
            <a:pPr>
              <a:defRPr sz="2000"/>
            </a:pPr>
            <a:r>
              <a:t>• Helps business improvement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99"/>
                </a:solidFill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Real-time Google Maps API</a:t>
            </a:r>
          </a:p>
          <a:p>
            <a:pPr>
              <a:defRPr sz="2000"/>
            </a:pPr>
            <a:r>
              <a:t>• Multi-language review analysis</a:t>
            </a:r>
          </a:p>
          <a:p>
            <a:pPr>
              <a:defRPr sz="2000"/>
            </a:pPr>
            <a:r>
              <a:t>• Advanced AI insights</a:t>
            </a:r>
          </a:p>
          <a:p>
            <a:pPr>
              <a:defRPr sz="2000"/>
            </a:pPr>
            <a:r>
              <a:t>• Improved dashboards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99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Customer reviews contain valuable insights</a:t>
            </a:r>
          </a:p>
          <a:p>
            <a:pPr>
              <a:defRPr sz="2000"/>
            </a:pPr>
            <a:r>
              <a:t>• LLMs help analyze large review datasets</a:t>
            </a:r>
          </a:p>
          <a:p>
            <a:pPr>
              <a:defRPr sz="2000"/>
            </a:pPr>
            <a:r>
              <a:t>• Businesses can improve services and reputation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</TotalTime>
  <Words>325</Words>
  <Application>Microsoft Office PowerPoint</Application>
  <PresentationFormat>On-screen Show (4:3)</PresentationFormat>
  <Paragraphs>81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Trebuchet MS</vt:lpstr>
      <vt:lpstr>Wingdings 3</vt:lpstr>
      <vt:lpstr>Facet</vt:lpstr>
      <vt:lpstr>Business Reputation &amp; Insights Analyzer</vt:lpstr>
      <vt:lpstr>Introduction</vt:lpstr>
      <vt:lpstr>Business Problem</vt:lpstr>
      <vt:lpstr>Project Objective</vt:lpstr>
      <vt:lpstr>Business Value</vt:lpstr>
      <vt:lpstr>Data Source</vt:lpstr>
      <vt:lpstr>Technology Stack</vt:lpstr>
      <vt:lpstr>System Architecture</vt:lpstr>
      <vt:lpstr>Data Preprocessing</vt:lpstr>
      <vt:lpstr>Sentiment Analysis</vt:lpstr>
      <vt:lpstr>Insight Generation</vt:lpstr>
      <vt:lpstr>Dashboard Features</vt:lpstr>
      <vt:lpstr>Example Insights</vt:lpstr>
      <vt:lpstr>Advantages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GOKULRAJ N</cp:lastModifiedBy>
  <cp:revision>2</cp:revision>
  <dcterms:created xsi:type="dcterms:W3CDTF">2013-01-27T09:14:16Z</dcterms:created>
  <dcterms:modified xsi:type="dcterms:W3CDTF">2026-03-09T09:02:21Z</dcterms:modified>
  <cp:category/>
</cp:coreProperties>
</file>